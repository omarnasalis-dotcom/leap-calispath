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43500" cy="64293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590" y="0"/>
            <a:ext cx="5162410" cy="642937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0548"/>
            <a:ext cx="5143500" cy="644820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4590" y="6410548"/>
            <a:ext cx="5162410" cy="64482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2026-06-28T21:13:43Z</dcterms:created>
  <dcterms:modified xsi:type="dcterms:W3CDTF">2026-06-28T21:13:43Z</dcterms:modified>
</cp:coreProperties>
</file>